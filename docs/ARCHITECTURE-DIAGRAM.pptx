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ARCHITECTURE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 Diagram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000"/>
              <a:t>Mermaid view of </a:t>
            </a:r>
            <a:r>
              <a:rPr sz="2000">
                <a:hlinkClick r:id="rId2"/>
              </a:rPr>
              <a:t>ARCHITECTURE.md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Runtime flow</a:t>
            </a:r>
          </a:p>
        </p:txBody>
      </p:sp>
      <p:pic>
        <p:nvPicPr>
          <p:cNvPr descr="/tmp/tmp.FYhqA3kWbb/mm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structure</a:t>
            </a:r>
          </a:p>
        </p:txBody>
      </p:sp>
      <p:pic>
        <p:nvPicPr>
          <p:cNvPr descr="/tmp/tmp.FYhqA3kWbb/mmd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39900"/>
            <a:ext cx="82296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Benchmark flow</a:t>
            </a:r>
          </a:p>
        </p:txBody>
      </p:sp>
      <p:pic>
        <p:nvPicPr>
          <p:cNvPr descr="/tmp/tmp.FYhqA3kWbb/mmd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17700"/>
            <a:ext cx="82296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2026-10-03T15:56:15Z</dcterms:created>
  <dcterms:modified xsi:type="dcterms:W3CDTF">2026-10-03T15:56:15Z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